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05/11/19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05/11/19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05/11/19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05/11/19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05/11/19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05/11/19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 xmlns:a16="http://schemas.microsoft.com/office/drawing/2014/main" val="20000"/>
                    </a:ext>
                  </a:extLst>
                </a:gridCol>
                <a:gridCol w="7055636">
                  <a:extLst>
                    <a:ext uri="{9D8B030D-6E8A-4147-A177-3AD203B41FA5}">
                      <a16:colId xmlns="" xmlns:a16="http://schemas.microsoft.com/office/drawing/2014/main"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 xmlns:a16="http://schemas.microsoft.com/office/drawing/2014/main" val="20000"/>
                    </a:ext>
                  </a:extLst>
                </a:gridCol>
                <a:gridCol w="7900420">
                  <a:extLst>
                    <a:ext uri="{9D8B030D-6E8A-4147-A177-3AD203B41FA5}">
                      <a16:colId xmlns="" xmlns:a16="http://schemas.microsoft.com/office/drawing/2014/main"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 xmlns:a16="http://schemas.microsoft.com/office/drawing/2014/main" val="20000"/>
                    </a:ext>
                  </a:extLst>
                </a:gridCol>
                <a:gridCol w="3510886">
                  <a:extLst>
                    <a:ext uri="{9D8B030D-6E8A-4147-A177-3AD203B41FA5}">
                      <a16:colId xmlns="" xmlns:a16="http://schemas.microsoft.com/office/drawing/2014/main" val="20001"/>
                    </a:ext>
                  </a:extLst>
                </a:gridCol>
                <a:gridCol w="5818308">
                  <a:extLst>
                    <a:ext uri="{9D8B030D-6E8A-4147-A177-3AD203B41FA5}">
                      <a16:colId xmlns="" xmlns:a16="http://schemas.microsoft.com/office/drawing/2014/main"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 xmlns:a16="http://schemas.microsoft.com/office/drawing/2014/main"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 xmlns:a16="http://schemas.microsoft.com/office/drawing/2014/main" val="3571866511"/>
                    </a:ext>
                  </a:extLst>
                </a:gridCol>
                <a:gridCol w="2799501">
                  <a:extLst>
                    <a:ext uri="{9D8B030D-6E8A-4147-A177-3AD203B41FA5}">
                      <a16:colId xmlns="" xmlns:a16="http://schemas.microsoft.com/office/drawing/2014/main" val="1421687479"/>
                    </a:ext>
                  </a:extLst>
                </a:gridCol>
                <a:gridCol w="2564445">
                  <a:extLst>
                    <a:ext uri="{9D8B030D-6E8A-4147-A177-3AD203B41FA5}">
                      <a16:colId xmlns="" xmlns:a16="http://schemas.microsoft.com/office/drawing/2014/main" val="3899242390"/>
                    </a:ext>
                  </a:extLst>
                </a:gridCol>
                <a:gridCol w="185630">
                  <a:extLst>
                    <a:ext uri="{9D8B030D-6E8A-4147-A177-3AD203B41FA5}">
                      <a16:colId xmlns="" xmlns:a16="http://schemas.microsoft.com/office/drawing/2014/main" val="2048303212"/>
                    </a:ext>
                  </a:extLst>
                </a:gridCol>
                <a:gridCol w="295633">
                  <a:extLst>
                    <a:ext uri="{9D8B030D-6E8A-4147-A177-3AD203B41FA5}">
                      <a16:colId xmlns="" xmlns:a16="http://schemas.microsoft.com/office/drawing/2014/main" val="746535854"/>
                    </a:ext>
                  </a:extLst>
                </a:gridCol>
                <a:gridCol w="93980">
                  <a:extLst>
                    <a:ext uri="{9D8B030D-6E8A-4147-A177-3AD203B41FA5}">
                      <a16:colId xmlns="" xmlns:a16="http://schemas.microsoft.com/office/drawing/2014/main" val="1517551828"/>
                    </a:ext>
                  </a:extLst>
                </a:gridCol>
                <a:gridCol w="284155">
                  <a:extLst>
                    <a:ext uri="{9D8B030D-6E8A-4147-A177-3AD203B41FA5}">
                      <a16:colId xmlns="" xmlns:a16="http://schemas.microsoft.com/office/drawing/2014/main" val="1975296765"/>
                    </a:ext>
                  </a:extLst>
                </a:gridCol>
                <a:gridCol w="3730954">
                  <a:extLst>
                    <a:ext uri="{9D8B030D-6E8A-4147-A177-3AD203B41FA5}">
                      <a16:colId xmlns="" xmlns:a16="http://schemas.microsoft.com/office/drawing/2014/main"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 xmlns:a16="http://schemas.microsoft.com/office/drawing/2014/main"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 xmlns:a16="http://schemas.microsoft.com/office/drawing/2014/main"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 xmlns:a16="http://schemas.microsoft.com/office/drawing/2014/main"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 xmlns:a16="http://schemas.microsoft.com/office/drawing/2014/main"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 xmlns:a16="http://schemas.microsoft.com/office/drawing/2014/main"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 xmlns:a16="http://schemas.microsoft.com/office/drawing/2014/main"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 xmlns:a16="http://schemas.microsoft.com/office/drawing/2014/main"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 xmlns:a16="http://schemas.microsoft.com/office/drawing/2014/main"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 xmlns:a16="http://schemas.microsoft.com/office/drawing/2014/main"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 xmlns:a16="http://schemas.microsoft.com/office/drawing/2014/main" val="20000"/>
                    </a:ext>
                  </a:extLst>
                </a:gridCol>
                <a:gridCol w="7116979">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 xmlns:a16="http://schemas.microsoft.com/office/drawing/2014/main" val="20000"/>
                    </a:ext>
                  </a:extLst>
                </a:gridCol>
                <a:gridCol w="7258478">
                  <a:extLst>
                    <a:ext uri="{9D8B030D-6E8A-4147-A177-3AD203B41FA5}">
                      <a16:colId xmlns="" xmlns:a16="http://schemas.microsoft.com/office/drawing/2014/main"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 xmlns:a16="http://schemas.microsoft.com/office/drawing/2014/main" val="20000"/>
                    </a:ext>
                  </a:extLst>
                </a:gridCol>
                <a:gridCol w="6983007">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 xmlns:a16="http://schemas.microsoft.com/office/drawing/2014/main"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 xmlns:a16="http://schemas.microsoft.com/office/drawing/2014/main"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5" name="Content Placeholder 4"/>
          <p:cNvPicPr>
            <a:picLocks noGrp="1" noChangeAspect="1"/>
          </p:cNvPicPr>
          <p:nvPr>
            <p:ph idx="1"/>
          </p:nvPr>
        </p:nvPicPr>
        <p:blipFill rotWithShape="1">
          <a:blip r:embed="rId2"/>
          <a:srcRect l="15468" t="11056" r="6806" b="8315"/>
          <a:stretch/>
        </p:blipFill>
        <p:spPr>
          <a:xfrm>
            <a:off x="1341120" y="1743456"/>
            <a:ext cx="7888224" cy="3794601"/>
          </a:xfrm>
          <a:prstGeom prst="rect">
            <a:avLst/>
          </a:prstGeom>
        </p:spPr>
      </p:pic>
    </p:spTree>
    <p:extLst>
      <p:ext uri="{BB962C8B-B14F-4D97-AF65-F5344CB8AC3E}">
        <p14:creationId xmlns:p14="http://schemas.microsoft.com/office/powerpoint/2010/main" val="367276429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538</TotalTime>
  <Words>1632</Words>
  <Application>Microsoft Office PowerPoint</Application>
  <PresentationFormat>Widescreen</PresentationFormat>
  <Paragraphs>217</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19</cp:revision>
  <dcterms:created xsi:type="dcterms:W3CDTF">2019-05-06T18:59:40Z</dcterms:created>
  <dcterms:modified xsi:type="dcterms:W3CDTF">2019-05-11T15:26:12Z</dcterms:modified>
</cp:coreProperties>
</file>